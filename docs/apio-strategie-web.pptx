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VtWs3DpdpJ5MNpMefPcjz9oH0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Stratégie Web</a:t>
            </a:r>
            <a:endParaRPr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pio</a:t>
            </a:r>
            <a:r>
              <a:rPr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ystems</a:t>
            </a:r>
            <a:endParaRPr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tratégie de positionnement, personas et structure du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Joris x Arnaud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731520" y="359335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Le Positionnement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31520" y="1182295"/>
            <a:ext cx="7680900" cy="1280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410895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1828800" y="1273735"/>
            <a:ext cx="6217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« Le DSI externalisé »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médecin IT qui parle business, pas jargon.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273677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Architecture à deux niveaux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3193975"/>
            <a:ext cx="3657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En surface (homepage)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Positionnement généraliste, allié stratégique, « le DSI que vous n'avez pas les moyens d'embaucher 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En profondeur (pages personas)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Expertise spécialisée par domaine avec contenu ciblé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37760" y="273677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Navigation par symptômes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37760" y="3193975"/>
            <a:ext cx="3657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 </a:t>
            </a:r>
            <a:r>
              <a:rPr b="0" i="1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« Infogérance, Développement, Consulting 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</a:t>
            </a:r>
            <a:r>
              <a:rPr b="1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« Mon IT ne suit plus 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« J'ai une urgence 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« Mes emails partent en spam 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4702735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ystems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Stratégie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0" y="4702735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Concept Homepage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371600" y="1188720"/>
            <a:ext cx="64008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371600" y="11887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 Votre IT vous freine au lieu de vous porter ? »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62940" y="2377440"/>
            <a:ext cx="14173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560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662940" y="310896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 suit plus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62940" y="39319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/dirigeant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263140" y="2377440"/>
            <a:ext cx="14173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6060" y="2560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2263140" y="310896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 n’ai pas de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présence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263140" y="39319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9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presence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863340" y="2377440"/>
            <a:ext cx="14173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6260" y="2560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3863340" y="310896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J'ai besoin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d'un pair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863340" y="39319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63540" y="2377440"/>
            <a:ext cx="14173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6460" y="2560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5463540" y="310896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 ne veux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plus y penser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63540" y="39319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/infogerance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063740" y="2377440"/>
            <a:ext cx="141732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66660" y="2560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7063740" y="310896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 emails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063740" y="393192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/delivrabilite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 portes d'entrée cliquables 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navigation par problèmes, pas par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ystems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Stratégie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Les 5 Personas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31520" y="1188720"/>
            <a:ext cx="54864" cy="105156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1645920" y="12618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Marc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645920" y="1554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DG PME, 15-50 pers.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64592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Déléguer la charge mentale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029200" y="1325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/dirigeant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0" y="1691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Parlons de votre situation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31520" y="2423160"/>
            <a:ext cx="7680900" cy="105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31520" y="2423160"/>
            <a:ext cx="54900" cy="105150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2697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1645920" y="24963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Gérard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645920" y="278892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L’artisan du coin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645920" y="30632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Présence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0" y="256032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2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presence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029200" y="292608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boite mail à son nom aevc agenda, message collaborative…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31520" y="3657600"/>
            <a:ext cx="54864" cy="105156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3931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1645920" y="37307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645920" y="4023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DSI 100-500 pers.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645920" y="4297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technique, renfort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0" y="3794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0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Voir mes réalisations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ystems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Stratégie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Les 5 Personas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943600" y="3657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Trebuchet MS"/>
              <a:buNone/>
            </a:pPr>
            <a:r>
              <a:rPr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(suite)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31520" y="1188720"/>
            <a:ext cx="54864" cy="105156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645920" y="12618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Laurent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64592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Gérant 25 pers., informaticien « quand il peut 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64592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 plus y penser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2920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/infogerance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029200" y="1691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Découvrir offre Sérénité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2697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1645920" y="249631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Nadia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645920" y="2788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Resp. marketing, emails en spam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645920" y="3063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Expertise pointue délivrabilité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0" y="2560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/delivrabilite-email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 gratuit 15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554480" y="365760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Chaque persona a sa page dédiée, son vocabulaire, son CTA adapté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zéro jargon technique.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ystems 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Stratégie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Choix </a:t>
            </a:r>
            <a:r>
              <a:rPr b="1" lang="en-US" sz="32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lés UX &amp; Contenu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31520" y="118872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1463040" y="12801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lang="en-US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Support / Mon site s’est fait pirater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463040" y="16459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Acheter un pack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46320" y="118872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5577840" y="12801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Preuves par métriques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577840" y="16459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 12% → 27% de taux d'ouverture en 8 semaines » 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pas juste des logos clients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31520" y="242316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463040" y="2514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Grammaire d'allié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463040" y="2880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 vous / on » partout, jamais « je / mes services »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ton décontracté et pro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46320" y="242316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5577840" y="2514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Résultats avant CV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577840" y="2880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page 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Propos montre les chiffres d'abord, le parcours ensuite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31520" y="365760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931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1463040" y="37490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Blog actif + SEO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463040" y="41148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Preuve de générosité et compétence, capture de trafic long-tail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846320" y="3657600"/>
            <a:ext cx="374904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3931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5577840" y="37490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Bouton Urgence permanent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577840" y="41148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Visible dans le header de toutes les pages du 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 systems - Stratégie Web</a:t>
            </a:r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Benchmark Concurrentiel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vs Go-DSI, Optesys, DSIACTIVE, Pérenne'IT…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663440" y="1371600"/>
            <a:ext cx="3749040" cy="411480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Concurrents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663440" y="13716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Apio</a:t>
            </a:r>
            <a:r>
              <a:rPr b="1" i="0" lang="en-US" sz="13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3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ystems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31520" y="1874520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663440" y="1874520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659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1280160" y="187452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Navigation par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9659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5212080" y="187452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Navigation par symptômes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31520" y="2359152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663440" y="2359152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505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1280160" y="2359152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Pricing caché « sur devis 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4505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5212080" y="2359152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transparent avec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31520" y="2843784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663440" y="2843784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9352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1280160" y="2843784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Aucune page urgence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9352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5212080" y="2843784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page urgence dédiée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31520" y="3328416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663440" y="3328416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4198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1280160" y="3328416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Positionnement générique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34198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5212080" y="3328416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Présence web artisan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3813048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663440" y="3813048"/>
            <a:ext cx="3749040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044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280160" y="3813048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 de spécialité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39044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5212080" y="3813048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Positionnement unique délivrabilité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31520" y="4297680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663440" y="4297680"/>
            <a:ext cx="3749040" cy="43891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3891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1280160" y="429768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Témoignages génériques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43891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5212080" y="429768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Métriques avant/après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 systems - Stratégie Web</a:t>
            </a:r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Structure Pricing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31520" y="1280160"/>
            <a:ext cx="237744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31520" y="1508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Essentiel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31520" y="19659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~290€</a:t>
            </a:r>
            <a:r>
              <a:rPr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/mois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8"/>
          <p:cNvCxnSpPr/>
          <p:nvPr/>
        </p:nvCxnSpPr>
        <p:spPr>
          <a:xfrm>
            <a:off x="1097280" y="2606040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8"/>
          <p:cNvSpPr/>
          <p:nvPr/>
        </p:nvSpPr>
        <p:spPr>
          <a:xfrm>
            <a:off x="1005840" y="274320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Sauvegardes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383280" y="1280160"/>
            <a:ext cx="2377440" cy="2743200"/>
          </a:xfrm>
          <a:prstGeom prst="rect">
            <a:avLst/>
          </a:prstGeom>
          <a:solidFill>
            <a:srgbClr val="1E1400"/>
          </a:solidFill>
          <a:ln cap="flat" cmpd="sng" w="19050">
            <a:solidFill>
              <a:srgbClr val="FBA5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Sérénité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383280" y="19659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~450€</a:t>
            </a:r>
            <a:r>
              <a:rPr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/mois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8"/>
          <p:cNvCxnSpPr/>
          <p:nvPr/>
        </p:nvCxnSpPr>
        <p:spPr>
          <a:xfrm>
            <a:off x="3749040" y="2606040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/>
          <p:nvPr/>
        </p:nvSpPr>
        <p:spPr>
          <a:xfrm>
            <a:off x="3657600" y="274320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Tout Essentiel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 illimité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Proactivité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035040" y="1280160"/>
            <a:ext cx="237744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035040" y="1508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035040" y="19659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Sur mesure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8"/>
          <p:cNvCxnSpPr/>
          <p:nvPr/>
        </p:nvCxnSpPr>
        <p:spPr>
          <a:xfrm>
            <a:off x="6400800" y="2606040"/>
            <a:ext cx="164592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8"/>
          <p:cNvSpPr/>
          <p:nvPr/>
        </p:nvSpPr>
        <p:spPr>
          <a:xfrm>
            <a:off x="6309360" y="274320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Tout Sérénité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Astreinte week-end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Passages sur site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Essai sans engagement  •  Mini-audit gratuit 15 min comme porte d'entrée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 systems - Stratégie Web</a:t>
            </a:r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Questions à </a:t>
            </a:r>
            <a:r>
              <a:rPr b="1" lang="en-US" sz="3200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alider avec Joris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31520" y="1188720"/>
            <a:ext cx="37490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14400" y="12801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Identité &amp; Positionnement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14400" y="164592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 DSI externalisé »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ça lui correspond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5 personas couvrent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clientèle réelle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Présence web artisan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846320" y="1188720"/>
            <a:ext cx="37490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Offre Commerciale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029200" y="164592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arifs Essentiel / Sérénité / Premium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Mini-audit gratuit 15 min comme porte d'entrée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Essai 3 mois sans engagement viable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31520" y="3017520"/>
            <a:ext cx="37490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914400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Contenu &amp; Logistique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14400" y="347472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 clients avec métriques disponibles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Blog : prêt à publier régulièrement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 « allié décontracté » vs corporate validé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846320" y="3017520"/>
            <a:ext cx="37490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029200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Urgence &amp; Technique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029200" y="347472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Numéro de téléphone dédié ? Horaires ? -&gt; Non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Promesse « réponse 15 min » réaliste ? -&gt; Oui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Hébergement, SMTP, domaine confirmés ? -&gt; Oui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Apio systems - Stratégie Web</a:t>
            </a:r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Prochaines Étapes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914400" y="128016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828800" y="135331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Valider positionnement &amp; personas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828800" y="166420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Confirmer les axes stratégiques avec Joris aujourd'hui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1520" y="2148840"/>
            <a:ext cx="768096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914400" y="214884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828800" y="222199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Pages publiques MVP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828800" y="253288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Homepage + 5 pages personas + page </a:t>
            </a: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31520" y="3017520"/>
            <a:ext cx="768096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914400" y="301752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828800" y="309067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Back-office admin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828800" y="34015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Interface de gestion du contenu, CMS léger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914400" y="3886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A52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BA52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828800" y="395935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Blog +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tudes de cas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828800" y="427024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3-5 articles + 6-9 case studies au lancement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BA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2026-02-06T07:11:46Z</dcterms:created>
  <dc:creator>DATA ROOSTER</dc:creator>
</cp:coreProperties>
</file>